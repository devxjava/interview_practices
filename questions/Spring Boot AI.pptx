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3D7A0-D8FA-4006-A6F2-2A50793ED586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797B3F-4B19-458E-A1EF-7F10C5FE1F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96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797B3F-4B19-458E-A1EF-7F10C5FE1F9D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247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8AD0B-F042-DF6B-82F8-2C43DD2FE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A464B8-CFB4-4F71-0B2D-C46CC0C9E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32EB9-6478-7CE9-DAB2-EB8C9C737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F0CB4-F515-D2FE-B9CE-2BB2EAA7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6658A-CFE0-AB03-ABEA-89EA53644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674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8965E-5ED0-F5B2-E173-7F678F44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F71BF-64F6-6A47-0D25-27F949C1F7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5F2E9E-A6A2-AEB8-99AA-71A3FB2D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251DA-A989-29FA-ACC6-D599F512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F9A75-ED57-2F46-7616-E96BB9449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095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36087-2D24-9A4D-6D3C-8A9A9F86D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B24F4-8F1C-7F06-A388-EF301F670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7B826-199E-EE37-D751-EE3797F28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C3A85-388F-D311-1EF3-D73646D1F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08A5C-057B-76AD-2261-3C254A2B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878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998E-71FA-F1AE-8EC2-36CFB20E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27F70-2248-7E66-91FB-448DEEF7F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AC09DD-43B7-2586-3D33-515736822F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FBFA4-98FE-4C9D-60D2-921231556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E4475-A64F-C18F-F051-5C39C1C51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DB38F-6B0B-ED30-EFA3-A0B63ACA4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97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7E9F-BDAC-EA93-35CD-F1AEDE983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18C84-D054-3F06-B498-1A1B4C537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F73020-3CBF-1C65-F080-4CA6FE3C7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664ED2-2E79-48C3-CF12-49ABC5558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ABAFE-31F2-AB43-467A-280F48A8E1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65CD1D-0337-E210-5E01-D5FC0E7B4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BFE7D-5CEF-28C5-AAC8-0E7C7028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FF44D-629C-7008-EF65-EE663287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4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2B57-89D0-BEA3-BC48-41962774D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27505-F744-00B0-A169-2EE6ACEE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F1913C-BE1F-369E-1054-E01BB9F9A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3C38A-8422-0210-3089-1CAAA896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438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9A635-C942-505D-79CB-407FFF05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D9EDB1-528C-3E2A-5392-3F03E56E2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30A51-FCD6-29C0-F932-D9B2B3945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188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A28A-607A-28E0-C0A3-ED38B93C3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85355-9969-9126-9F00-72ECF2999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9E847-9B3A-EF22-01C0-50E8C0D4C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8B1B18-9591-1169-1FB0-1E334852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6B34E-04AB-C119-BB6F-014A9259C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A82DD-C990-6493-D228-F12278A69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42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C197-CD6A-5A98-5D4C-7E75A0865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C01FC3-2CBC-E23A-7A12-7628669334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F12BB1-D6D3-8CCB-D06D-3ABD3635E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E4C6D-D227-4388-8A2B-9BE7F9DD4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DEED-0ED5-90A5-9275-A22A703D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B2FD7-E377-1CBE-DA95-7BE2FF79C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839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27CCC-8893-7896-ABE1-BC0EB92E1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56A62-431B-0574-0D3B-B1A7DE0F2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C92EF-8517-98E1-9B82-99E5FC69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3C83F-E8F0-EEEC-D633-490AADE8C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E4903-76D6-5F40-8549-52191C656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919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5508F-80BC-DAE0-47C8-66E122154E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9A82D-3ED7-1998-E3D0-D014D0D12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5C2FDA-A18C-90B7-196F-976894D83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A6BD8E-E97E-D5CD-7F3C-55285E4B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ABFA3-6006-C6E1-A9D9-DEB3B895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80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2AA9A6-611C-B94D-818F-4A65E465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198DEE-071F-DE1D-BB39-91EBCC972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9DDB-EB29-8714-620D-3139CA2A3B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B1D58C-1ED1-4BD9-9A2F-D47328BA770B}" type="datetimeFigureOut">
              <a:rPr lang="en-IN" smtClean="0"/>
              <a:t>15-09-2026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DC381-BC34-FC31-F629-FDED6E498B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308CD-C51D-6A6D-CDD3-A789BFA603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1C842-B247-47DE-B276-9E7CBC249E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5660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0358-1F3E-A4DC-DD09-A4CAAA3EB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1" y="5074024"/>
            <a:ext cx="10109199" cy="598032"/>
          </a:xfrm>
        </p:spPr>
        <p:txBody>
          <a:bodyPr anchor="ctr">
            <a:normAutofit/>
          </a:bodyPr>
          <a:lstStyle/>
          <a:p>
            <a:pPr algn="l"/>
            <a:r>
              <a:rPr lang="en-US" sz="3600" b="1" dirty="0"/>
              <a:t>Spring Boot AI</a:t>
            </a:r>
            <a:endParaRPr lang="en-IN" sz="3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A980AE-5D8B-A8A8-B76D-7E720A958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1" y="5672059"/>
            <a:ext cx="10109199" cy="547765"/>
          </a:xfrm>
        </p:spPr>
        <p:txBody>
          <a:bodyPr anchor="t">
            <a:normAutofit fontScale="85000" lnSpcReduction="20000"/>
          </a:bodyPr>
          <a:lstStyle/>
          <a:p>
            <a:pPr algn="l"/>
            <a:r>
              <a:rPr lang="en-US" sz="1800" dirty="0"/>
              <a:t>spring boot AI mainly containing , </a:t>
            </a:r>
            <a:r>
              <a:rPr lang="en-US" sz="1800" dirty="0" err="1"/>
              <a:t>ChatClient</a:t>
            </a:r>
            <a:r>
              <a:rPr lang="en-US" sz="1800" dirty="0"/>
              <a:t> , ChatMaodel which can used by GPT-4 or we can use Local </a:t>
            </a:r>
            <a:r>
              <a:rPr lang="en-US" sz="1800" dirty="0" err="1"/>
              <a:t>Ollama</a:t>
            </a:r>
            <a:r>
              <a:rPr lang="en-US" sz="1800" dirty="0"/>
              <a:t> Model also.</a:t>
            </a:r>
          </a:p>
          <a:p>
            <a:pPr algn="l"/>
            <a:r>
              <a:rPr lang="en-US" sz="1800" dirty="0"/>
              <a:t>Chat model can be different types . All chat model are using own code and classes for Java code .</a:t>
            </a:r>
          </a:p>
          <a:p>
            <a:pPr algn="l"/>
            <a:endParaRPr lang="en-US" sz="1100" dirty="0"/>
          </a:p>
          <a:p>
            <a:pPr algn="l"/>
            <a:endParaRPr lang="en-US" sz="1100" dirty="0"/>
          </a:p>
          <a:p>
            <a:pPr algn="l"/>
            <a:endParaRPr lang="en-IN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22A09C-7486-A8A6-F1D6-3360D0A300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586"/>
          <a:stretch>
            <a:fillRect/>
          </a:stretch>
        </p:blipFill>
        <p:spPr>
          <a:xfrm>
            <a:off x="20" y="-39"/>
            <a:ext cx="12191980" cy="4172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231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464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47</Words>
  <Application>Microsoft Office PowerPoint</Application>
  <PresentationFormat>Widescreen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Spring Boot AI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Devendra Rahangdale</dc:creator>
  <cp:lastModifiedBy>Devendra Rahangdale</cp:lastModifiedBy>
  <cp:revision>4</cp:revision>
  <dcterms:created xsi:type="dcterms:W3CDTF">2026-09-15T17:17:16Z</dcterms:created>
  <dcterms:modified xsi:type="dcterms:W3CDTF">2026-09-15T17:33:45Z</dcterms:modified>
</cp:coreProperties>
</file>